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A4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Aptos"/>
              </a:rPr>
              <a:t>Test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74519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B8A"/>
                </a:solidFill>
                <a:latin typeface="Aptos"/>
              </a:rPr>
              <a:t>Presentation  |  B.Sc  |  200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8600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A96"/>
                </a:solidFill>
                <a:latin typeface="Aptos"/>
              </a:rPr>
              <a:t>Test Student  |  Test Univ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03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44C73"/>
                </a:solidFill>
                <a:latin typeface="Aptos"/>
              </a:rPr>
              <a:t>Use this deck as a clean presentation draft. Edit visuals, speaker notes, and timing before delivery.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4B6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A1A2E"/>
                </a:solidFill>
                <a:latin typeface="Aptos"/>
              </a:rPr>
              <a:t>1.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A4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Aptos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A1A2E"/>
                </a:solidFill>
                <a:latin typeface="Aptos"/>
              </a:rPr>
              <a:t>Intro This is a sample paragraph. Speaker notes: These are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